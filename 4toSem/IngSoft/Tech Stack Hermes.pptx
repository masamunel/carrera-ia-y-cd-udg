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94"/>
  </p:normalViewPr>
  <p:slideViewPr>
    <p:cSldViewPr snapToGrid="0">
      <p:cViewPr varScale="1">
        <p:scale>
          <a:sx n="121" d="100"/>
          <a:sy n="121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8DF7A-F370-524F-A590-6EBBCA785909}" type="datetimeFigureOut">
              <a:rPr lang="en-MX" smtClean="0"/>
              <a:t>12/02/26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87D00-D350-C447-B8DD-4ED61CA993A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7617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87D00-D350-C447-B8DD-4ED61CA993A5}" type="slidenum">
              <a:rPr lang="en-MX" smtClean="0"/>
              <a:t>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9362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3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3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1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5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3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7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3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1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Cloudy oil paint art">
            <a:extLst>
              <a:ext uri="{FF2B5EF4-FFF2-40B4-BE49-F238E27FC236}">
                <a16:creationId xmlns:a16="http://schemas.microsoft.com/office/drawing/2014/main" id="{26F42BF7-DCC6-CC83-A8EC-5A2EE743F0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1212" b="14519"/>
          <a:stretch>
            <a:fillRect/>
          </a:stretch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C0F69-A9F6-E889-B37E-75BDC6F3C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43" y="132265"/>
            <a:ext cx="7635372" cy="884184"/>
          </a:xfrm>
        </p:spPr>
        <p:txBody>
          <a:bodyPr anchor="t">
            <a:normAutofit/>
          </a:bodyPr>
          <a:lstStyle/>
          <a:p>
            <a:pPr algn="r"/>
            <a:r>
              <a:rPr lang="en-MX" sz="2000" dirty="0">
                <a:latin typeface="Engravers MT" panose="02090707080505020304" pitchFamily="18" charset="77"/>
              </a:rPr>
              <a:t>Tech Stack: HErmes (Organizador De Vida)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226706-8424-1F22-2AAE-56E550B0E471}"/>
              </a:ext>
            </a:extLst>
          </p:cNvPr>
          <p:cNvSpPr/>
          <p:nvPr/>
        </p:nvSpPr>
        <p:spPr>
          <a:xfrm>
            <a:off x="3896849" y="1588152"/>
            <a:ext cx="3430306" cy="2012566"/>
          </a:xfrm>
          <a:prstGeom prst="roundRect">
            <a:avLst/>
          </a:prstGeom>
          <a:solidFill>
            <a:srgbClr val="FF0000">
              <a:alpha val="7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X" dirty="0"/>
              <a:t>Base De datos</a:t>
            </a:r>
          </a:p>
          <a:p>
            <a:endParaRPr lang="en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Milvus DB (Vectorizada, Langchain) / (grafos)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Postgress (Calendario e info user)</a:t>
            </a:r>
          </a:p>
          <a:p>
            <a:endParaRPr lang="en-MX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A57C7A-CE00-3DDC-BB15-E64BAF76DD2B}"/>
              </a:ext>
            </a:extLst>
          </p:cNvPr>
          <p:cNvSpPr/>
          <p:nvPr/>
        </p:nvSpPr>
        <p:spPr>
          <a:xfrm>
            <a:off x="7897392" y="121393"/>
            <a:ext cx="3430306" cy="2180011"/>
          </a:xfrm>
          <a:prstGeom prst="roundRect">
            <a:avLst/>
          </a:prstGeom>
          <a:solidFill>
            <a:schemeClr val="accent1"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X" dirty="0"/>
              <a:t>Frontend</a:t>
            </a:r>
          </a:p>
          <a:p>
            <a:endParaRPr lang="en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JavaScript, CSS y/o HTML (Interfaz)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Aletas en 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3 interfazes (Calendario, Chatbot, logros/ranking)</a:t>
            </a:r>
          </a:p>
          <a:p>
            <a:pPr algn="ctr"/>
            <a:endParaRPr lang="en-MX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075D99-B5D1-48A4-238D-F6E3F7931AC1}"/>
              </a:ext>
            </a:extLst>
          </p:cNvPr>
          <p:cNvSpPr/>
          <p:nvPr/>
        </p:nvSpPr>
        <p:spPr>
          <a:xfrm>
            <a:off x="7831315" y="2462170"/>
            <a:ext cx="3562460" cy="4274437"/>
          </a:xfrm>
          <a:prstGeom prst="roundRect">
            <a:avLst/>
          </a:prstGeom>
          <a:solidFill>
            <a:srgbClr val="00B0F0">
              <a:alpha val="7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X" dirty="0"/>
              <a:t>Backend</a:t>
            </a:r>
          </a:p>
          <a:p>
            <a:endParaRPr lang="en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Python (para trabajar con ML y alertas)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Modelo ML: VLM (Gemini 3 pro?)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OCR (para mejor procesamiento de imagenes)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LangGraph (flujo de tareas)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gemini-embedding-001</a:t>
            </a:r>
            <a:r>
              <a:rPr lang="en-MX" sz="1600" dirty="0"/>
              <a:t> (convertir texto en vector compatibe con Gemini 3 Pro)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JSON (clases: retorno de la info a JS)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Cloud Scheduler (actualizascion del ranking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78C0FDB-C48C-C7D5-014A-253D43FF47DB}"/>
              </a:ext>
            </a:extLst>
          </p:cNvPr>
          <p:cNvSpPr/>
          <p:nvPr/>
        </p:nvSpPr>
        <p:spPr>
          <a:xfrm>
            <a:off x="327649" y="3121572"/>
            <a:ext cx="2752342" cy="3460024"/>
          </a:xfrm>
          <a:prstGeom prst="roundRect">
            <a:avLst/>
          </a:prstGeom>
          <a:solidFill>
            <a:schemeClr val="tx2">
              <a:lumMod val="50000"/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X" dirty="0"/>
              <a:t>APIS</a:t>
            </a:r>
          </a:p>
          <a:p>
            <a:endParaRPr lang="en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FastAPI (Conectar JS y PY)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PushbulletAPI (notificaciones en escritorio)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GoogleClaudeConsole (Credenciales Google AI studio)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FirebaseAuth / Auth0 (Login)</a:t>
            </a:r>
          </a:p>
          <a:p>
            <a:pPr algn="ctr"/>
            <a:endParaRPr lang="en-MX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33C1C4-611F-8E12-AFAD-7DE530412889}"/>
              </a:ext>
            </a:extLst>
          </p:cNvPr>
          <p:cNvSpPr/>
          <p:nvPr/>
        </p:nvSpPr>
        <p:spPr>
          <a:xfrm>
            <a:off x="3902971" y="3920142"/>
            <a:ext cx="2752342" cy="1780803"/>
          </a:xfrm>
          <a:prstGeom prst="roundRect">
            <a:avLst/>
          </a:prstGeom>
          <a:solidFill>
            <a:schemeClr val="bg1">
              <a:lumMod val="75000"/>
              <a:lumOff val="25000"/>
              <a:alpha val="7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X" dirty="0"/>
              <a:t>Deployment</a:t>
            </a:r>
          </a:p>
          <a:p>
            <a:endParaRPr lang="en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Docker (para ver requirimientos)?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Google Cloud?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AWS?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E1A254-4660-D750-B921-47F7A0E19B7F}"/>
              </a:ext>
            </a:extLst>
          </p:cNvPr>
          <p:cNvSpPr/>
          <p:nvPr/>
        </p:nvSpPr>
        <p:spPr>
          <a:xfrm>
            <a:off x="327649" y="1148714"/>
            <a:ext cx="2932886" cy="1445721"/>
          </a:xfrm>
          <a:prstGeom prst="roundRect">
            <a:avLst/>
          </a:prstGeom>
          <a:solidFill>
            <a:schemeClr val="accent1">
              <a:lumMod val="75000"/>
              <a:alpha val="7153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X" dirty="0"/>
              <a:t>DevOps</a:t>
            </a:r>
          </a:p>
          <a:p>
            <a:endParaRPr lang="en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Trello (coordinacion)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sz="1600" dirty="0"/>
              <a:t>Github (ver. control)</a:t>
            </a:r>
          </a:p>
        </p:txBody>
      </p:sp>
    </p:spTree>
    <p:extLst>
      <p:ext uri="{BB962C8B-B14F-4D97-AF65-F5344CB8AC3E}">
        <p14:creationId xmlns:p14="http://schemas.microsoft.com/office/powerpoint/2010/main" val="3295451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168</Words>
  <Application>Microsoft Macintosh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Engravers MT</vt:lpstr>
      <vt:lpstr>Neue Haas Grotesk Text Pro</vt:lpstr>
      <vt:lpstr>VanillaVTI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CGMG, Dashboard presenter</dc:creator>
  <cp:lastModifiedBy>CGMG, Dashboard presenter</cp:lastModifiedBy>
  <cp:revision>5</cp:revision>
  <dcterms:created xsi:type="dcterms:W3CDTF">2026-02-10T13:31:25Z</dcterms:created>
  <dcterms:modified xsi:type="dcterms:W3CDTF">2026-02-12T14:32:07Z</dcterms:modified>
</cp:coreProperties>
</file>